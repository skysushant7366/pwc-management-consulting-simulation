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Lora" pitchFamily="2" charset="0"/>
      <p:regular r:id="rId6"/>
    </p:embeddedFont>
    <p:embeddedFont>
      <p:font typeface="Source Sans 3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0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1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302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Microsoft + Activision Blizzard: Unlocking Gaming Synergies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201239"/>
            <a:ext cx="746855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Microsoft's $69 billion acquisition of Activision Blizzard represents one of the largest deals in gaming history, positioning the tech giant as a dominant force across console, PC, cloud, and mobile gaming platforms. This strategic move combines Xbox's hardware and subscription services with Activision's portfolio of iconic franchises and King's mobile gaming expertise.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14594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Content &amp; Cloud: Expanding the Gaming Ecosystem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20916"/>
            <a:ext cx="453080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Content Library + Xbox Game Pass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37724" y="4201835"/>
            <a:ext cx="6185535" cy="17859"/>
          </a:xfrm>
          <a:prstGeom prst="rect">
            <a:avLst/>
          </a:prstGeom>
          <a:solidFill>
            <a:srgbClr val="3A363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4548664"/>
            <a:ext cx="6185535" cy="20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Activision Blizzard's 500M+ monthly active users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 of Duty, Diablo, and Overwatch becoming day-one Game Pass titles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Exclusive content strengthening Xbox's competitive position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3520916"/>
            <a:ext cx="395597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Gaming &amp; Device Reach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14761" y="4201835"/>
            <a:ext cx="6185535" cy="17859"/>
          </a:xfrm>
          <a:prstGeom prst="rect">
            <a:avLst/>
          </a:prstGeom>
          <a:solidFill>
            <a:srgbClr val="3A363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14761" y="4548664"/>
            <a:ext cx="6185535" cy="169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Activision titles on Xbox Cloud Gaming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Gaming on phones, tablets, and smart TVs with no console required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Reducing hardware dependency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75090"/>
            <a:ext cx="1008126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 &amp; AI: New Frontiers for Growth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77396"/>
            <a:ext cx="38533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 Gaming Scale via 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37724" y="3658314"/>
            <a:ext cx="6185535" cy="17859"/>
          </a:xfrm>
          <a:prstGeom prst="rect">
            <a:avLst/>
          </a:prstGeom>
          <a:solidFill>
            <a:srgbClr val="3A363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4005143"/>
            <a:ext cx="6185535" cy="246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King's Candy Crush Saga and other titles generate over $2.5B annual revenue (pre-acquisition)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gains immediate mobile publishing capabilities and direct relationships with 240M+ mobile gamers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Opportunity to cross-promote Xbox IP on mobile and bring mobile-first games to console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2977396"/>
            <a:ext cx="36377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&amp; Developer Productivity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14761" y="3658314"/>
            <a:ext cx="6185535" cy="17859"/>
          </a:xfrm>
          <a:prstGeom prst="rect">
            <a:avLst/>
          </a:prstGeom>
          <a:solidFill>
            <a:srgbClr val="3A363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14761" y="4005143"/>
            <a:ext cx="6185535" cy="246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Azure AI and Copilot technology can accelerate game development (automated testing and asset generation)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player personalization and matchmaking using Activision's data with Microsoft's AI stack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Long-term potential for AI-driven live operations and dynamic in-game content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ABDF1F9-0840-4DC2-8962-8D0108D55A63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68f7682-5e09-4ff6-9851-8d5d857fa07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235</Words>
  <Application>Microsoft Office PowerPoint</Application>
  <PresentationFormat>Custom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Source Sans 3</vt:lpstr>
      <vt:lpstr>Lora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SUSHANT YADAV</cp:lastModifiedBy>
  <cp:revision>3</cp:revision>
  <dcterms:created xsi:type="dcterms:W3CDTF">2026-04-13T07:03:28Z</dcterms:created>
  <dcterms:modified xsi:type="dcterms:W3CDTF">2026-04-13T09:01:24Z</dcterms:modified>
</cp:coreProperties>
</file>